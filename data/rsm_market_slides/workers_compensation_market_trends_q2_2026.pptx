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Workers Compensation Market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Q2 2026</a:t>
            </a:r>
          </a:p>
          <a:p>
            <a:r>
              <a:rPr sz="1200"/>
              <a:t>Synthetic sample slide - no market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